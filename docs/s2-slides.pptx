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/>
    <p:restoredTop sz="96679"/>
  </p:normalViewPr>
  <p:slideViewPr>
    <p:cSldViewPr snapToGrid="0">
      <p:cViewPr varScale="1">
        <p:scale>
          <a:sx n="129" d="100"/>
          <a:sy n="129" d="100"/>
        </p:scale>
        <p:origin x="16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EEEF-05BC-E546-AE5A-548341D30D1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1BBE7-19FE-1545-BD4B-48C30E961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3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8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2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7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1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1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7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2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5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5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472F5-BD6D-E14E-9AD1-75FBA40EC64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D94AC-14F4-9541-A781-643E2FA66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8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3A960D-9C61-09FB-42F1-CEDC3F048654}"/>
              </a:ext>
            </a:extLst>
          </p:cNvPr>
          <p:cNvSpPr/>
          <p:nvPr/>
        </p:nvSpPr>
        <p:spPr>
          <a:xfrm>
            <a:off x="1321905" y="1162120"/>
            <a:ext cx="1152939" cy="438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it</a:t>
            </a:r>
          </a:p>
        </p:txBody>
      </p:sp>
    </p:spTree>
    <p:extLst>
      <p:ext uri="{BB962C8B-B14F-4D97-AF65-F5344CB8AC3E}">
        <p14:creationId xmlns:p14="http://schemas.microsoft.com/office/powerpoint/2010/main" val="147287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89774B1-9574-0EA6-0219-797A78002466}"/>
              </a:ext>
            </a:extLst>
          </p:cNvPr>
          <p:cNvSpPr/>
          <p:nvPr/>
        </p:nvSpPr>
        <p:spPr>
          <a:xfrm>
            <a:off x="626165" y="1103244"/>
            <a:ext cx="2176669" cy="983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58DAAE-5B95-8D8D-4F2F-57A6F96E948F}"/>
              </a:ext>
            </a:extLst>
          </p:cNvPr>
          <p:cNvSpPr/>
          <p:nvPr/>
        </p:nvSpPr>
        <p:spPr>
          <a:xfrm>
            <a:off x="778565" y="2937013"/>
            <a:ext cx="2176669" cy="983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</a:t>
            </a:r>
          </a:p>
        </p:txBody>
      </p:sp>
    </p:spTree>
    <p:extLst>
      <p:ext uri="{BB962C8B-B14F-4D97-AF65-F5344CB8AC3E}">
        <p14:creationId xmlns:p14="http://schemas.microsoft.com/office/powerpoint/2010/main" val="419850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5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Bray</dc:creator>
  <cp:lastModifiedBy>Richard Bray</cp:lastModifiedBy>
  <cp:revision>1</cp:revision>
  <dcterms:created xsi:type="dcterms:W3CDTF">2026-01-15T23:08:06Z</dcterms:created>
  <dcterms:modified xsi:type="dcterms:W3CDTF">2026-01-15T23:23:57Z</dcterms:modified>
</cp:coreProperties>
</file>